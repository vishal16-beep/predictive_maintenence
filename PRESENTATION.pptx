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Predictive Maintenance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>
                <a:solidFill>
                  <a:srgbClr val="FFFFFF"/>
                </a:solidFill>
              </a:defRPr>
            </a:pPr>
            <a:r>
              <a:t>NASA C-MAPSS FD001 Turbofan Degradation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AI-Powered Remaining Useful Life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1. Problem Statement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2. Dataset Overview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3. Data Preprocessing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4. Feature Engineering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5. Model Development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6. API Development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7. Dashboard Development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8. Challenges &amp; Solutions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9. Results &amp;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Goal: Predict when a jet engine will fail before it happens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Why?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Unplanned maintenance costs airlines $10-50B annually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Safety risks from engine failures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Inefficient maintenance scheduling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Solution: AI-powered Remaining Useful Life (RUL)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Dataset: NASA C-MAPSS FD001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Source: NASA Prognostics Center of Excellence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FD001 Dataset: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100 training engines, 100 test engines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Degradation mode: High Pressure Compressor (HPC)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Operating conditions: 6 flight conditions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Sensors: 21 sensor readings per cycle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Files: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train_FD001.txt - Training data (20,631 cycles)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test_FD001.txt - Test data (13,096 cycles)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RUL_FD001.txt - Actual RUL for test engines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Step 1: Data Loading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Loaded space-separated files with 25 columns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Step 2: RUL Labeling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RUL = max_cycle - current_cycle (clipped at 125)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Step 3: Drop Uninformative Sensors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Removed: sensor_1, 5, 6, 10, 16, 18, 19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Reason: Near-zero variance, no predictive power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Result: 17 informative features retained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17 Base Features: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3 Operational Settings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14 Informative Sensors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Rolling Window Features (window=10):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Mean for each base feature (17)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Standard deviation for each base feature (17)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Total: 51 engineered features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Train/Val Split: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Split by engine ID (80/20)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No row-level random split (prevents data leakage)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Model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Algorithm: </a:t>
            </a:r>
            <a:r>
              <a:rPr sz="2000" dirty="0" err="1"/>
              <a:t>XGBoost</a:t>
            </a:r>
            <a:r>
              <a:rPr sz="2000" dirty="0"/>
              <a:t> Regressor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Hyperparameters: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n_estimators</a:t>
            </a:r>
            <a:r>
              <a:rPr sz="2000" dirty="0"/>
              <a:t>: 500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max_depth</a:t>
            </a:r>
            <a:r>
              <a:rPr sz="2000" dirty="0"/>
              <a:t>: 5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learning_rate</a:t>
            </a:r>
            <a:r>
              <a:rPr sz="2000" dirty="0"/>
              <a:t>: 0.03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subsample: 0.8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colsample_bytree</a:t>
            </a:r>
            <a:r>
              <a:rPr sz="2000" dirty="0"/>
              <a:t>: 0.8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min_child_weight</a:t>
            </a:r>
            <a:r>
              <a:rPr sz="2000" dirty="0"/>
              <a:t>: 5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early_stopping_rounds</a:t>
            </a:r>
            <a:r>
              <a:rPr sz="2000" dirty="0"/>
              <a:t>: 30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Training: Early stopping on validation 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NASA Asymmetric Scoring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Why asymmetric?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Underestimating RUL is more dangerous than overestimating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Late predictions cause failures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Early predictions just waste maintenance budget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Formula: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If underestimated (dangerous): exp(-diff/13) - 1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If overestimated (safe): exp(diff/10) - 1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Penalizes late predictions 30% more heavily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Model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Metric          Score           Interpretation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RMSE            19.44 cycles    Average error ~19 cycles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MAE             13.86 cycles    Mean absolute error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NASA Score      1338.5          Lower is better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Key Insights: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Model captures degradation patterns well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Early warnings possible with high confidence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• Suitable for production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API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52622"/>
            <a:ext cx="10515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Framework: </a:t>
            </a:r>
            <a:r>
              <a:rPr sz="2000" dirty="0" err="1"/>
              <a:t>FastAPI</a:t>
            </a: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Endpoints: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GET  /health              → Health check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GET  /</a:t>
            </a:r>
            <a:r>
              <a:rPr sz="2000" dirty="0" err="1"/>
              <a:t>api</a:t>
            </a:r>
            <a:r>
              <a:rPr sz="2000" dirty="0"/>
              <a:t>/v1/model/info   → Model metadata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POST /</a:t>
            </a:r>
            <a:r>
              <a:rPr sz="2000" dirty="0" err="1"/>
              <a:t>api</a:t>
            </a:r>
            <a:r>
              <a:rPr sz="2000" dirty="0"/>
              <a:t>/v1/predict/</a:t>
            </a:r>
            <a:r>
              <a:rPr sz="2000" dirty="0" err="1"/>
              <a:t>rul</a:t>
            </a:r>
            <a:r>
              <a:rPr sz="2000" dirty="0"/>
              <a:t>  → Predict RUL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Request: JSON with sensor readings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Response: RUL prediction + urgency level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lang="en-US"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Features: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Pydantic</a:t>
            </a:r>
            <a:r>
              <a:rPr sz="2000" dirty="0"/>
              <a:t> validation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Async support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Auto-generated docs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65826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Dashboard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Framework: </a:t>
            </a:r>
            <a:r>
              <a:rPr sz="2000" dirty="0" err="1"/>
              <a:t>Streamlit</a:t>
            </a:r>
            <a:r>
              <a:rPr sz="2000" dirty="0"/>
              <a:t> + </a:t>
            </a:r>
            <a:r>
              <a:rPr sz="2000" dirty="0" err="1"/>
              <a:t>Plotly</a:t>
            </a: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Pages: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1. Predict RUL - Interactive sensor sliders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2. Batch Analysis - CSV upload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3. Model Info - Metrics &amp; feature importance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4. Sensor Reference - Descriptions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Theme: NASA Aerospace (Black &amp; Orange)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Jet engine blueprint background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High-visibility sliders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Glowing orange accents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Challenge                    Solution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Data leakage                Split by engine ID, not rows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Uninformative sensors       Drop sensors with zero variance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Imbalanced RUL              Clip RUL at 125 cycles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Type mismatch in sliders    Convert all values to float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Background image loading    Use base64 encoding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Import path errors          Fixed config.settings imports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predictive-maintenance/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config/                 # Settings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data/                   # NASA C-MAPSS files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src/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│   ├── data/              # Data loading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│   ├── inference/         # Prediction service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│   └── api/               # FastAPI app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models/                # Trained models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dashboard/             # Streamlit app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├── scripts/               # Training scripts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└── assets/                # Images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Component        Technology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─────────────────────────────────────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ML Model         XGBoost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Data Processing  Pandas, NumPy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API              FastAPI, Uvicorn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Dashboard        Streamlit, Plotly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Validation       Pydantic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Dataset          NASA C-MAPSS FD001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5156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✅ Completed: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Real NASA dataset trained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XGBoost</a:t>
            </a:r>
            <a:r>
              <a:rPr sz="2000" dirty="0"/>
              <a:t> model (RMSE: 19.44)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</a:t>
            </a:r>
            <a:r>
              <a:rPr sz="2000" dirty="0" err="1"/>
              <a:t>FastAPI</a:t>
            </a:r>
            <a:r>
              <a:rPr sz="2000" dirty="0"/>
              <a:t> backend running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Interactive dashboard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Batch analysis capability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NASA-themed UI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 sz="2000" dirty="0"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📊 Performance: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100 engines trained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51 engineered features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Real-time predictions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rPr sz="2000" dirty="0"/>
              <a:t>• &lt; 100ms response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1. Multi-fault support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FD002, FD003, FD004 datasets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2. Deep Learning models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LSTM/Transformer architectures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3. Real-time streaming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WebSocket integration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4. Cloud deployment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AWS/GCP/Azure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5. Mobile app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React Native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6. Digital twin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 → Engine simulation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6B00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017520"/>
            <a:ext cx="109728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Project: NASA C-MAPSS Predictive Maintenance</a:t>
            </a:r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Stack: XGBoost + FastAPI + Streamlit</a:t>
            </a:r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Dataset: NASA Commercial Modular Aero-Propulsion System Simulation</a:t>
            </a:r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899</Words>
  <Application>Microsoft Office PowerPoint</Application>
  <PresentationFormat>Widescreen</PresentationFormat>
  <Paragraphs>193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SINGH CHAUHAN</cp:lastModifiedBy>
  <cp:revision>2</cp:revision>
  <dcterms:created xsi:type="dcterms:W3CDTF">2013-01-27T09:14:16Z</dcterms:created>
  <dcterms:modified xsi:type="dcterms:W3CDTF">2026-07-10T14:57:40Z</dcterms:modified>
  <cp:category/>
</cp:coreProperties>
</file>